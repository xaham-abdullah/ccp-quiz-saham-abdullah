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29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36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82386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9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87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92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2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76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1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4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3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rgbClr val="969696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rgbClr val="777777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49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Quiz Game Project in C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by</a:t>
            </a:r>
            <a:r>
              <a:rPr lang="en-US" dirty="0"/>
              <a:t>: Saham Abdullah CT-25194</a:t>
            </a:r>
            <a:br>
              <a:rPr lang="en-US" dirty="0"/>
            </a:br>
            <a:r>
              <a:rPr lang="en-US" dirty="0"/>
              <a:t>Ayan Khan CT-25181</a:t>
            </a:r>
            <a:endParaRPr dirty="0"/>
          </a:p>
          <a:p>
            <a:r>
              <a:rPr dirty="0"/>
              <a:t>Language: C Programming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console-based quiz game developed in C. The game tests general knowledge with multiple-choice questions and introduces lifeline options (50/50 and Hint). It demonstrates user input handling, control structures, and decision-making in C programming.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an interactive quiz program using C.</a:t>
            </a:r>
          </a:p>
          <a:p>
            <a:r>
              <a:t>• Implement decision-making using switch and if statements.</a:t>
            </a:r>
          </a:p>
          <a:p>
            <a:r>
              <a:t>• Introduce lifeline features for user interactivity.</a:t>
            </a:r>
          </a:p>
          <a:p>
            <a:r>
              <a:t>• Track and display score dynamically.</a:t>
            </a:r>
          </a:p>
          <a:p>
            <a:r>
              <a:t>• Improve logical and problem-solving skills.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Pseudocode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Initialize score = 0, lifelines = 2.</a:t>
            </a:r>
          </a:p>
          <a:p>
            <a:r>
              <a:t>2. Ask question and take user input.</a:t>
            </a:r>
          </a:p>
          <a:p>
            <a:r>
              <a:t>3. Ask if user wants to use a lifeline.</a:t>
            </a:r>
          </a:p>
          <a:p>
            <a:r>
              <a:t>4. If lifeline used → provide hint or 50/50.</a:t>
            </a:r>
          </a:p>
          <a:p>
            <a:r>
              <a:t>5. Take answer and check with switch-case or if.</a:t>
            </a:r>
          </a:p>
          <a:p>
            <a:r>
              <a:t>6. If correct → increment score.</a:t>
            </a:r>
          </a:p>
          <a:p>
            <a:r>
              <a:t>7. Repeat for all questions.</a:t>
            </a:r>
          </a:p>
          <a:p>
            <a:r>
              <a:t>8. Display final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Include header files: stdio.h, stdlib.h.</a:t>
            </a:r>
          </a:p>
          <a:p>
            <a:r>
              <a:t>• Declare variables for score, answer, lifelines.</a:t>
            </a:r>
          </a:p>
          <a:p>
            <a:r>
              <a:t>• Initialize lifelines and score.</a:t>
            </a:r>
          </a:p>
          <a:p>
            <a:r>
              <a:t>• Display first question and options.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of the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Hardware:</a:t>
            </a:r>
          </a:p>
          <a:p>
            <a:r>
              <a:t>• Any system with a C compiler.</a:t>
            </a:r>
          </a:p>
          <a:p>
            <a:endParaRPr/>
          </a:p>
          <a:p>
            <a:r>
              <a:t>Software:</a:t>
            </a:r>
          </a:p>
          <a:p>
            <a:r>
              <a:t>• Turbo C, Code::Blocks, or Dev-C++.</a:t>
            </a:r>
          </a:p>
          <a:p>
            <a:endParaRPr/>
          </a:p>
          <a:p>
            <a:r>
              <a:t>Knowledge:</a:t>
            </a:r>
          </a:p>
          <a:p>
            <a:r>
              <a:t>• Basic C syntax, input/output, conditionals, and functions.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the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Displays four multiple-choice questions.</a:t>
            </a:r>
          </a:p>
          <a:p>
            <a:r>
              <a:t>• Player can use a lifeline (50/50 or Hint).</a:t>
            </a:r>
          </a:p>
          <a:p>
            <a:r>
              <a:t>• Each question checks correctness and updates score.</a:t>
            </a:r>
          </a:p>
          <a:p>
            <a:r>
              <a:t>• Lifelines can be used only once.</a:t>
            </a:r>
          </a:p>
          <a:p>
            <a:r>
              <a:t>• At the end, displays the final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69B11-B793-92E4-2F52-5FA427DF3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969" y="1828800"/>
            <a:ext cx="5074743" cy="43513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of Loops and Switch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Although loops are not explicitly used, each question follows a structured, repetitive pattern. Decision-making is handled using if-else statements for lifeline use and correctness checks.</a:t>
            </a:r>
          </a:p>
          <a:p>
            <a:endParaRPr/>
          </a:p>
          <a:p>
            <a:r>
              <a:t>Example:</a:t>
            </a:r>
          </a:p>
          <a:p>
            <a:r>
              <a:t>if (c == 'b') {</a:t>
            </a:r>
          </a:p>
          <a:p>
            <a:r>
              <a:t>    printf('Correct!');</a:t>
            </a:r>
          </a:p>
          <a:p>
            <a:r>
              <a:t>    scr++;</a:t>
            </a:r>
          </a:p>
          <a:p>
            <a:r>
              <a:t>} else {</a:t>
            </a:r>
          </a:p>
          <a:p>
            <a:r>
              <a:t>    printf('Wrong!');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Structures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If-else statements: Handle lifeline use and correctness.</a:t>
            </a:r>
          </a:p>
          <a:p>
            <a:r>
              <a:t>• Sequential structure: For question flow.</a:t>
            </a:r>
          </a:p>
          <a:p>
            <a:r>
              <a:t>• Function usage: 'uses()' displays remaining lifelines.</a:t>
            </a:r>
          </a:p>
          <a:p>
            <a:r>
              <a:t>• No loops — handled sequentially per question.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Errors in the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error: Invalid character entered.</a:t>
            </a:r>
          </a:p>
          <a:p>
            <a:r>
              <a:t>• Logical error: Using lifelines repeatedly.</a:t>
            </a:r>
          </a:p>
          <a:p>
            <a:r>
              <a:t>• Compilation errors: Syntax mistakes.</a:t>
            </a:r>
          </a:p>
          <a:p>
            <a:r>
              <a:t>• Runtime errors: None expected with valid input.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Game in the Past vs.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Past:</a:t>
            </a:r>
          </a:p>
          <a:p>
            <a:r>
              <a:t>• Text-based and static quizzes.</a:t>
            </a:r>
          </a:p>
          <a:p>
            <a:r>
              <a:t>• No interactive lifelines.</a:t>
            </a:r>
          </a:p>
          <a:p>
            <a:endParaRPr/>
          </a:p>
          <a:p>
            <a:r>
              <a:t>Present:</a:t>
            </a:r>
          </a:p>
          <a:p>
            <a:r>
              <a:t>• GUI-based quizzes.</a:t>
            </a:r>
          </a:p>
          <a:p>
            <a:r>
              <a:t>• Sound, colors, and animations.</a:t>
            </a:r>
          </a:p>
          <a:p>
            <a:r>
              <a:t>• Online multiplayer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 That Can Be Made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loops for dynamic question handling.</a:t>
            </a:r>
          </a:p>
          <a:p>
            <a:r>
              <a:t>• Store and read scores from files.</a:t>
            </a:r>
          </a:p>
          <a:p>
            <a:r>
              <a:t>• Include difficulty levels.</a:t>
            </a:r>
          </a:p>
          <a:p>
            <a:r>
              <a:t>• Add graphical interface and sound effects.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Enhances understanding of user input handling.</a:t>
            </a:r>
          </a:p>
          <a:p>
            <a:r>
              <a:t>• Demonstrates use of functions and conditional logic.</a:t>
            </a:r>
          </a:p>
          <a:p>
            <a:r>
              <a:t>• Introduces game logic design in C.</a:t>
            </a:r>
          </a:p>
          <a:p>
            <a:r>
              <a:t>• Strengthens programming fundamentals.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Quiz Game in C demonstrates how control structures, conditional logic, and user interaction can be combined to make engaging programs. The project serves as a foundation for advanced versions featuring loops, databases, and GUI enhancements.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6</TotalTime>
  <Words>603</Words>
  <Application>Microsoft Office PowerPoint</Application>
  <PresentationFormat>On-screen Show (4:3)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Schoolbook</vt:lpstr>
      <vt:lpstr>Wingdings 2</vt:lpstr>
      <vt:lpstr>View</vt:lpstr>
      <vt:lpstr>Quiz Game Project in C Language</vt:lpstr>
      <vt:lpstr>Abstract</vt:lpstr>
      <vt:lpstr>Objectives of the Project</vt:lpstr>
      <vt:lpstr>Pseudocode</vt:lpstr>
      <vt:lpstr>Initial Steps</vt:lpstr>
      <vt:lpstr>Requirements of the Program</vt:lpstr>
      <vt:lpstr>Working of the Program</vt:lpstr>
      <vt:lpstr>Flowchart</vt:lpstr>
      <vt:lpstr>Usage of Loops and Switch Statements</vt:lpstr>
      <vt:lpstr>Control Structures Used</vt:lpstr>
      <vt:lpstr>Possible Errors in the Program</vt:lpstr>
      <vt:lpstr>Quiz Game in the Past vs. Now</vt:lpstr>
      <vt:lpstr>Improvements That Can Be Made</vt:lpstr>
      <vt:lpstr>Advantages of the Project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aayankhanno10@gmail.com</cp:lastModifiedBy>
  <cp:revision>3</cp:revision>
  <dcterms:created xsi:type="dcterms:W3CDTF">2013-01-27T09:14:16Z</dcterms:created>
  <dcterms:modified xsi:type="dcterms:W3CDTF">2025-11-13T14:14:28Z</dcterms:modified>
  <cp:category/>
</cp:coreProperties>
</file>